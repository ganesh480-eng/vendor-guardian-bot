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96BB"/>
    <a:srgbClr val="6B73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195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vendor-guardian-bot.lovable.app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kern="0" spc="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HINDSIGHT HACKATHON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 err="1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VendorGuard</a:t>
            </a:r>
            <a:r>
              <a:rPr lang="en-US" sz="7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with persistent memory for vendor security risk assessment and compliance automation.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548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389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3604" y="476859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: </a:t>
            </a:r>
            <a:r>
              <a:rPr lang="en-IN" dirty="0">
                <a:solidFill>
                  <a:schemeClr val="bg2"/>
                </a:solidFill>
              </a:rPr>
              <a:t>Hack Sparks</a:t>
            </a: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</p:txBody>
      </p:sp>
      <p:sp>
        <p:nvSpPr>
          <p:cNvPr id="11" name="Text 9"/>
          <p:cNvSpPr/>
          <p:nvPr/>
        </p:nvSpPr>
        <p:spPr>
          <a:xfrm>
            <a:off x="6309360" y="4663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1842" y="5349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b="1" kern="0" spc="400" dirty="0">
              <a:solidFill>
                <a:srgbClr val="10B98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00" b="1" kern="0" spc="400" dirty="0">
              <a:solidFill>
                <a:srgbClr val="10B98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1842" y="579272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b="1" dirty="0">
              <a:solidFill>
                <a:srgbClr val="F5F7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Name : </a:t>
            </a:r>
            <a:r>
              <a:rPr lang="en-US" dirty="0">
                <a:solidFill>
                  <a:schemeClr val="bg1"/>
                </a:solidFill>
              </a:rPr>
              <a:t>Bangalore Institute of Technology (BIT) &amp; Sapthagiri NPS University 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52804" y="493005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1042" y="5231151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+ AI Agents (Hindsight)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2A3160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0" y="66934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security reviews are slow, manual, and routinely skipped.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548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21838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per vendor review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21838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0116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57200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involve a third party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192024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21838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20116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50392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non-experts can actually 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91363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" y="3977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solidFill>
                  <a:schemeClr val="bg1"/>
                </a:solidFill>
              </a:rPr>
              <a:t>Procurement teams</a:t>
            </a:r>
            <a:r>
              <a:rPr lang="en-IN" sz="1400" dirty="0">
                <a:solidFill>
                  <a:schemeClr val="bg1"/>
                </a:solidFill>
              </a:rPr>
              <a:t> delayed by long vendor security questionnaires (100–200+ questions)</a:t>
            </a:r>
          </a:p>
          <a:p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94969" y="443255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31139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b="1" dirty="0">
              <a:solidFill>
                <a:schemeClr val="bg2"/>
              </a:solidFill>
            </a:endParaRPr>
          </a:p>
          <a:p>
            <a:r>
              <a:rPr lang="en-US" sz="1400" b="1" dirty="0">
                <a:solidFill>
                  <a:schemeClr val="bg2"/>
                </a:solidFill>
              </a:rPr>
              <a:t>Founders &amp; Product Managers</a:t>
            </a:r>
            <a:r>
              <a:rPr lang="en-US" sz="1400" dirty="0">
                <a:solidFill>
                  <a:schemeClr val="bg2"/>
                </a:solidFill>
              </a:rPr>
              <a:t> who skip reviews, creating </a:t>
            </a:r>
            <a:r>
              <a:rPr lang="en-US" sz="1400" b="1" dirty="0">
                <a:solidFill>
                  <a:schemeClr val="bg2"/>
                </a:solidFill>
              </a:rPr>
              <a:t>Shadow IT risks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18922" y="494233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" y="486659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drowning in repetitive vendor audits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12064" y="5354011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" y="5257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officers chasing missing evidence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520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SOLUTIONS &amp; GAPS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8862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/ CAIQ spreadsheets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41148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2–6 weeks, vendor-self-reported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44348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platforms (OneTrust, Vanta)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09360" y="46634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built for security pros only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49834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9360" y="52120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output, no audit trail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94360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4F46E5">
              <a:alpha val="2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“Procurement delays cost real money — and skipped reviews cost reputations.”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2A3160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0" y="66934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PROPOSED 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vendor name. Get a risk verdict in 3 seconds.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548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i="1" dirty="0" err="1">
                <a:solidFill>
                  <a:srgbClr val="6B7393"/>
                </a:solidFill>
              </a:rPr>
              <a:t>VendorGuard</a:t>
            </a:r>
            <a:r>
              <a:rPr lang="en-IN" i="1" dirty="0">
                <a:solidFill>
                  <a:schemeClr val="bg2"/>
                </a:solidFill>
              </a:rPr>
              <a:t> </a:t>
            </a:r>
            <a:r>
              <a:rPr lang="en-US" sz="150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autonomous AI agent that researches, scans, scores, and audit-logs vendor security posture — built for people who have never read a SOC 2 report.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751151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121838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9260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443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Researches on its own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Crawls the vendor's site, trust center, privacy policy, breach databases, and public assets — no human input.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274320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121838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9260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9443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verdict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0" y="388620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risk with rationale, evidence links, and a structured report any stakeholder can read.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21040" y="274320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121838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0" y="29260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29443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0392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Policy-gated &amp; audit-logged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503920" y="388620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approvals require human review (ArmorIQ). Every decision and tool call is logged as compliance evidence.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715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BETTER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 →  3 seconds   ·   Security expert required  →  Anyone   ·   No audit trail  →  Compliance-grade evidence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9340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6934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 &amp; TECH STACK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pipeline with governance baked in.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548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6596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121838"/>
          </a:solidFill>
          <a:ln w="19050">
            <a:solidFill>
              <a:srgbClr val="9AA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URL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22860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59152" y="196596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121838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4872" y="2103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04872" y="2423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crawl + Trust center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96512" y="22860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61104" y="196596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121838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06824" y="2103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06824" y="2423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ArmorClaw asset scan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98464" y="22860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63056" y="196596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121838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2103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08776" y="2423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risk scoring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00416" y="22860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65008" y="196596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12183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10728" y="2103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2423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ArmorIQ policy gate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02368" y="22860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966960" y="196596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12183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12680" y="2103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12680" y="2423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Audit log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291840"/>
            <a:ext cx="5669280" cy="1280160"/>
          </a:xfrm>
          <a:prstGeom prst="roundRect">
            <a:avLst>
              <a:gd name="adj" fmla="val 7143"/>
            </a:avLst>
          </a:prstGeom>
          <a:solidFill>
            <a:srgbClr val="121838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429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3703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TanStack · Tailwind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800" y="41148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Single-input UI, live agent trace, verdict report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3291840"/>
            <a:ext cx="5669280" cy="1280160"/>
          </a:xfrm>
          <a:prstGeom prst="roundRect">
            <a:avLst>
              <a:gd name="adj" fmla="val 7143"/>
            </a:avLst>
          </a:prstGeom>
          <a:solidFill>
            <a:srgbClr val="121838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3429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37960" y="3703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AI Agent · GPT-4o</a:t>
            </a:r>
          </a:p>
          <a:p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+ reflection workflow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37960" y="41148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Tool-using agent with planning + reflection loop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709160"/>
            <a:ext cx="5669280" cy="1280160"/>
          </a:xfrm>
          <a:prstGeom prst="roundRect">
            <a:avLst>
              <a:gd name="adj" fmla="val 7143"/>
            </a:avLst>
          </a:prstGeom>
          <a:solidFill>
            <a:srgbClr val="121838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846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APIS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" y="5120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 err="1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ArmorIQ</a:t>
            </a: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SDK + Hindsight</a:t>
            </a:r>
          </a:p>
          <a:p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gating + memory recall + audit logs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5800" y="55321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gating, audit log, external asset scan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09360" y="4709160"/>
            <a:ext cx="5669280" cy="1280160"/>
          </a:xfrm>
          <a:prstGeom prst="roundRect">
            <a:avLst>
              <a:gd name="adj" fmla="val 7143"/>
            </a:avLst>
          </a:prstGeom>
          <a:solidFill>
            <a:srgbClr val="121838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4846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37960" y="5120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Cloud (Postgres) · pgvector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37960" y="55321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cache, evidence store, audit trail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6172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ArmorIQ</a:t>
            </a: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Hindsight • OpenAI • </a:t>
            </a:r>
            <a:r>
              <a:rPr lang="en-US" sz="1100" dirty="0" err="1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Web Search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2A3160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0" y="66934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KEY FEATURES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capabilities competitors can't match.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548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121838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F46E5">
              <a:alpha val="4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762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084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3-Second Vendor Verdict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245059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name. Get Low/Medium/High risk with rationale and evidence — instantly.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92024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121838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F46E5">
              <a:alpha val="4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762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69480" y="2084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Evidence Gathering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69480" y="245059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finds SOC 2, ISO 27001, GDPR, HIPAA, DPA, sub-processor lists without being told where to look.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121838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4290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F46E5">
              <a:alpha val="4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021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4107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Asset Scan (ArmorClaw)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377647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exposed S3 buckets, weak TLS, missing security headers on the vendor's public surface.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24612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121838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34290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F46E5">
              <a:alpha val="4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5021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69480" y="34107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Policy-Gated Approvals (ArmorIQ)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69480" y="377647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vendors can't be approved without a human reviewer. Guardrails enforced by the platform.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11247120" cy="1234440"/>
          </a:xfrm>
          <a:prstGeom prst="roundRect">
            <a:avLst>
              <a:gd name="adj" fmla="val 7407"/>
            </a:avLst>
          </a:prstGeom>
          <a:solidFill>
            <a:srgbClr val="12183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7548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846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17320" y="4754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Compliance-Ready Audit Trail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17320" y="51663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call, every reasoning step, every decision — logged and exportable for SOC 2 / ISO audits.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 ·  Dual integration of ArmorIQ + ArmorClaw inside a single agent loop — governance and reconnaissance working together.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2A3160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0" y="66934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IMPACT &amp; FEASIBILITY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ship. Built to scale.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548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54864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860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&amp; SMBs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5786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enterprise-grade vendor diligence without a security team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54864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632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35584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faster procurement; auditors love the evidence trail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54864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404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/ Finance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133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risk verdict before signing contracts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5486400" cy="1463040"/>
          </a:xfrm>
          <a:prstGeom prst="roundRect">
            <a:avLst>
              <a:gd name="adj" fmla="val 7500"/>
            </a:avLst>
          </a:prstGeom>
          <a:solidFill>
            <a:srgbClr val="4F46E5">
              <a:alpha val="3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983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52578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40080" y="5897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time-to-decision per vendor review.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evaluation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~$0.04 (LLM + scan)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2670048"/>
            <a:ext cx="5486400" cy="9144"/>
          </a:xfrm>
          <a:prstGeom prst="rect">
            <a:avLst/>
          </a:prstGeom>
          <a:solidFill>
            <a:srgbClr val="2A3160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743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 to MVP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3544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in 48 hrs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3127248"/>
            <a:ext cx="5486400" cy="9144"/>
          </a:xfrm>
          <a:prstGeom prst="rect">
            <a:avLst/>
          </a:prstGeom>
          <a:solidFill>
            <a:srgbClr val="2A3160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3544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on Lovable Cloud + Workers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3584448"/>
            <a:ext cx="5486400" cy="9144"/>
          </a:xfrm>
          <a:prstGeom prst="rect">
            <a:avLst/>
          </a:prstGeom>
          <a:solidFill>
            <a:srgbClr val="2A3160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657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23544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agent — horizontal autoscale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09360" y="4041648"/>
            <a:ext cx="5486400" cy="9144"/>
          </a:xfrm>
          <a:prstGeom prst="rect">
            <a:avLst/>
          </a:prstGeom>
          <a:solidFill>
            <a:srgbClr val="2A3160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4114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moat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23544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verdict cache grows with each query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09360" y="4498848"/>
            <a:ext cx="5486400" cy="9144"/>
          </a:xfrm>
          <a:prstGeom prst="rect">
            <a:avLst/>
          </a:prstGeom>
          <a:solidFill>
            <a:srgbClr val="2A3160"/>
          </a:solidFill>
          <a:ln w="12700">
            <a:solidFill>
              <a:srgbClr val="2A316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"/>
          </a:xfrm>
          <a:prstGeom prst="rect">
            <a:avLst/>
          </a:prstGeom>
          <a:solidFill>
            <a:srgbClr val="2A3160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38560" y="66934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DEMO &amp; CONCLUSION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 weeks to 3 seconds.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6858000" cy="4206240"/>
          </a:xfrm>
          <a:prstGeom prst="roundRect">
            <a:avLst>
              <a:gd name="adj" fmla="val 2174"/>
            </a:avLst>
          </a:prstGeom>
          <a:solidFill>
            <a:srgbClr val="121838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6858000" cy="365760"/>
          </a:xfrm>
          <a:prstGeom prst="rect">
            <a:avLst/>
          </a:prstGeom>
          <a:solidFill>
            <a:srgbClr val="1A2050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029968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0299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02996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19476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 err="1">
                <a:solidFill>
                  <a:srgbClr val="8E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VendorGuard</a:t>
            </a:r>
            <a:r>
              <a:rPr lang="en-US" sz="1000" dirty="0" err="1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.app</a:t>
            </a:r>
            <a:r>
              <a:rPr lang="en-US" sz="10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evaluate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4231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vercel.com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28346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86207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29184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✓   ISO 27001 ✓   GDPR DPA ✓   No breach history 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critical exposures on public assets.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6217920" cy="18288"/>
          </a:xfrm>
          <a:prstGeom prst="rect">
            <a:avLst/>
          </a:prstGeom>
          <a:solidFill>
            <a:srgbClr val="2A3160"/>
          </a:solidFill>
          <a:ln w="12700">
            <a:solidFill>
              <a:srgbClr val="2A31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519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random-analytics.io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46634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F4444">
              <a:alpha val="5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69087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1206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DPA   ·   Privacy policy stale (2019)   ·   Exposed S3 bucket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ArmorIQ blocked auto-approval → human review required.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1920240"/>
            <a:ext cx="4160520" cy="2011680"/>
          </a:xfrm>
          <a:prstGeom prst="roundRect">
            <a:avLst>
              <a:gd name="adj" fmla="val 5455"/>
            </a:avLst>
          </a:prstGeom>
          <a:solidFill>
            <a:srgbClr val="12183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CONCLUSION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23774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 err="1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VendorGuard</a:t>
            </a: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turns vendor security from a 2-week bottleneck into a 3-second self-serve check — with the governance to back it up.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0" y="41148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SHOULD BE SELECTED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8952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863840" y="44348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wow factor — live in seconds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89520" y="47640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863840" y="476402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ArmorIQ + ArmorClaw integration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89520" y="5093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863840" y="509320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a real, expensive problem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89520" y="5422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863840" y="54223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non-security users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89520" y="57515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863840" y="575157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prototype, not just an idea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DC2630-67B3-801A-8369-195B0D55C5E9}"/>
              </a:ext>
            </a:extLst>
          </p:cNvPr>
          <p:cNvSpPr txBox="1"/>
          <p:nvPr/>
        </p:nvSpPr>
        <p:spPr>
          <a:xfrm>
            <a:off x="2721335" y="3244334"/>
            <a:ext cx="6094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Live Demo → Click here to launch </a:t>
            </a:r>
            <a:r>
              <a:rPr lang="en-US" b="1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VendorGuard</a:t>
            </a:r>
            <a:r>
              <a:rPr lang="en-US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</a:t>
            </a:r>
            <a:r>
              <a:rPr lang="en-US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https://vendor-guardian-bot.lovable.app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55056-AD52-0F3C-69FD-1605A48F7957}"/>
              </a:ext>
            </a:extLst>
          </p:cNvPr>
          <p:cNvSpPr txBox="1"/>
          <p:nvPr/>
        </p:nvSpPr>
        <p:spPr>
          <a:xfrm>
            <a:off x="2808798" y="4710011"/>
            <a:ext cx="64306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----&gt;.If the live demo link does not open directly or cause an error after opening, please copy the link and paste it into </a:t>
            </a:r>
            <a:r>
              <a:rPr lang="en-US" b="1" dirty="0"/>
              <a:t>Google Chrome</a:t>
            </a:r>
            <a:r>
              <a:rPr lang="en-US" dirty="0"/>
              <a:t> for the best experience.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3199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CC7CBB-7717-9DD1-2BE7-A302B2C86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13" y="278296"/>
            <a:ext cx="8184249" cy="596347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DF3423-81BA-A443-23BD-8630A6697000}"/>
              </a:ext>
            </a:extLst>
          </p:cNvPr>
          <p:cNvCxnSpPr>
            <a:cxnSpLocks/>
          </p:cNvCxnSpPr>
          <p:nvPr/>
        </p:nvCxnSpPr>
        <p:spPr>
          <a:xfrm flipV="1">
            <a:off x="1327868" y="4039262"/>
            <a:ext cx="2337683" cy="7315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3F36EA4-687F-2B4E-36BD-AB077558525E}"/>
              </a:ext>
            </a:extLst>
          </p:cNvPr>
          <p:cNvSpPr txBox="1"/>
          <p:nvPr/>
        </p:nvSpPr>
        <p:spPr>
          <a:xfrm>
            <a:off x="8653007" y="2505670"/>
            <a:ext cx="32710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 1 </a:t>
            </a:r>
            <a:r>
              <a:rPr lang="en-US" dirty="0"/>
              <a:t>→ User clicks "Start evaluating" to initiate AI vendor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9187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F68487-5034-663C-800A-098ADE7D6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05" y="445858"/>
            <a:ext cx="6035563" cy="561642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EB55E95-E360-B22A-47D4-421EB5B59D91}"/>
              </a:ext>
            </a:extLst>
          </p:cNvPr>
          <p:cNvCxnSpPr/>
          <p:nvPr/>
        </p:nvCxnSpPr>
        <p:spPr>
          <a:xfrm flipH="1" flipV="1">
            <a:off x="4675367" y="4222143"/>
            <a:ext cx="1420633" cy="12483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A1A7377-AC08-0F04-CD6F-0B9F2BAFD0CC}"/>
              </a:ext>
            </a:extLst>
          </p:cNvPr>
          <p:cNvSpPr txBox="1"/>
          <p:nvPr/>
        </p:nvSpPr>
        <p:spPr>
          <a:xfrm>
            <a:off x="6578379" y="2379138"/>
            <a:ext cx="5054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 2:</a:t>
            </a:r>
            <a:r>
              <a:rPr lang="en-US" dirty="0"/>
              <a:t> Sign in securely using </a:t>
            </a:r>
            <a:r>
              <a:rPr lang="en-US" b="1" dirty="0"/>
              <a:t>Google Authentication</a:t>
            </a:r>
            <a:r>
              <a:rPr lang="en-US" dirty="0"/>
              <a:t> to access </a:t>
            </a:r>
            <a:r>
              <a:rPr lang="en-US" dirty="0" err="1"/>
              <a:t>VendorGuard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9521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E3E6C5-BDE9-8EC1-2190-38E1438BF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7" y="456942"/>
            <a:ext cx="7759285" cy="594385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51EDE5B-2959-2CBA-350E-9B924ABF10B4}"/>
              </a:ext>
            </a:extLst>
          </p:cNvPr>
          <p:cNvCxnSpPr/>
          <p:nvPr/>
        </p:nvCxnSpPr>
        <p:spPr>
          <a:xfrm flipH="1" flipV="1">
            <a:off x="1820848" y="2047461"/>
            <a:ext cx="1399430" cy="15982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7F1EE76-6C3C-59E2-C3D2-A6F566F23CB4}"/>
              </a:ext>
            </a:extLst>
          </p:cNvPr>
          <p:cNvSpPr txBox="1"/>
          <p:nvPr/>
        </p:nvSpPr>
        <p:spPr>
          <a:xfrm>
            <a:off x="8223636" y="1923237"/>
            <a:ext cx="30990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 3:</a:t>
            </a:r>
            <a:r>
              <a:rPr lang="en-US" dirty="0"/>
              <a:t> Enter the vendor name and click </a:t>
            </a:r>
            <a:r>
              <a:rPr lang="en-US" b="1" dirty="0"/>
              <a:t>"Evaluate"</a:t>
            </a:r>
            <a:r>
              <a:rPr lang="en-US" dirty="0"/>
              <a:t> to start AI risk analysis.</a:t>
            </a:r>
          </a:p>
          <a:p>
            <a:endParaRPr lang="en-US" dirty="0"/>
          </a:p>
          <a:p>
            <a:r>
              <a:rPr lang="en-US" dirty="0"/>
              <a:t>EX : </a:t>
            </a:r>
            <a:r>
              <a:rPr lang="en-US" dirty="0" err="1"/>
              <a:t>google,random,unbond</a:t>
            </a:r>
            <a:r>
              <a:rPr lang="en-US" dirty="0"/>
              <a:t> </a:t>
            </a:r>
            <a:r>
              <a:rPr lang="en-US" dirty="0" err="1"/>
              <a:t>e.t.c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0974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C63452-032E-6F92-BB95-5417F1A1A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800230" cy="6858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35E1BC3-B0D6-3723-F9A8-F8DDAA9A29EF}"/>
              </a:ext>
            </a:extLst>
          </p:cNvPr>
          <p:cNvCxnSpPr>
            <a:cxnSpLocks/>
          </p:cNvCxnSpPr>
          <p:nvPr/>
        </p:nvCxnSpPr>
        <p:spPr>
          <a:xfrm flipV="1">
            <a:off x="5144494" y="1359672"/>
            <a:ext cx="1174143" cy="11290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FAEDC7C-1407-43EF-DF20-FC592D5CE1F4}"/>
              </a:ext>
            </a:extLst>
          </p:cNvPr>
          <p:cNvSpPr txBox="1"/>
          <p:nvPr/>
        </p:nvSpPr>
        <p:spPr>
          <a:xfrm>
            <a:off x="7913535" y="2027093"/>
            <a:ext cx="36476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 4:</a:t>
            </a:r>
            <a:r>
              <a:rPr lang="en-US" dirty="0"/>
              <a:t> The system displays risk level, audit trail, and approval/rejection options for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613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2A6F0E-B36D-2F26-3788-5808BC744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89197" cy="6858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692997B-BE6E-4286-4867-5C15A92C6B44}"/>
              </a:ext>
            </a:extLst>
          </p:cNvPr>
          <p:cNvCxnSpPr/>
          <p:nvPr/>
        </p:nvCxnSpPr>
        <p:spPr>
          <a:xfrm flipH="1" flipV="1">
            <a:off x="5780598" y="1598213"/>
            <a:ext cx="826935" cy="16697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2532C6F-3AC3-A91F-85FB-EADFEF73F78E}"/>
              </a:ext>
            </a:extLst>
          </p:cNvPr>
          <p:cNvSpPr txBox="1"/>
          <p:nvPr/>
        </p:nvSpPr>
        <p:spPr>
          <a:xfrm>
            <a:off x="7350981" y="1598213"/>
            <a:ext cx="445670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Final AI Assessment &amp; </a:t>
            </a:r>
            <a:r>
              <a:rPr lang="en-IN" b="1" dirty="0" err="1"/>
              <a:t>ArmorIQ</a:t>
            </a:r>
            <a:r>
              <a:rPr lang="en-IN" b="1" dirty="0"/>
              <a:t> Validation</a:t>
            </a:r>
          </a:p>
          <a:p>
            <a:pPr>
              <a:buNone/>
            </a:pPr>
            <a:r>
              <a:rPr lang="en-IN" dirty="0"/>
              <a:t>✔ AI checks </a:t>
            </a:r>
            <a:r>
              <a:rPr lang="en-IN" b="1" dirty="0"/>
              <a:t>SOC 2, ISO 27001, GDPR/DPA, breach history, and privacy policies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✔ Generates a </a:t>
            </a:r>
            <a:r>
              <a:rPr lang="en-IN" b="1" dirty="0"/>
              <a:t>risk score</a:t>
            </a:r>
            <a:r>
              <a:rPr lang="en-IN" dirty="0"/>
              <a:t> and vendor recommendations.</a:t>
            </a:r>
            <a:br>
              <a:rPr lang="en-IN" dirty="0"/>
            </a:br>
            <a:r>
              <a:rPr lang="en-IN" dirty="0"/>
              <a:t>✔ </a:t>
            </a:r>
            <a:r>
              <a:rPr lang="en-IN" b="1" dirty="0" err="1"/>
              <a:t>ArmorIQ</a:t>
            </a:r>
            <a:r>
              <a:rPr lang="en-IN" b="1" dirty="0"/>
              <a:t> Gate</a:t>
            </a:r>
            <a:r>
              <a:rPr lang="en-IN" dirty="0"/>
              <a:t> enables human </a:t>
            </a:r>
            <a:r>
              <a:rPr lang="en-IN" b="1" dirty="0"/>
              <a:t>Approve / Reject</a:t>
            </a:r>
            <a:r>
              <a:rPr lang="en-IN" dirty="0"/>
              <a:t> decisions.</a:t>
            </a:r>
            <a:br>
              <a:rPr lang="en-IN" dirty="0"/>
            </a:br>
            <a:r>
              <a:rPr lang="en-IN" dirty="0"/>
              <a:t>✔ Audit trail logs every action for compliance and transparency.</a:t>
            </a:r>
          </a:p>
          <a:p>
            <a:pPr>
              <a:buNone/>
            </a:pPr>
            <a:r>
              <a:rPr lang="en-IN" b="1" dirty="0"/>
              <a:t>Result:</a:t>
            </a:r>
            <a:r>
              <a:rPr lang="en-IN" dirty="0"/>
              <a:t> Vendor marked </a:t>
            </a:r>
            <a:r>
              <a:rPr lang="en-IN" b="1" dirty="0"/>
              <a:t>High Risk (80)</a:t>
            </a:r>
            <a:r>
              <a:rPr lang="en-IN" dirty="0"/>
              <a:t> due to missing security evidence.</a:t>
            </a:r>
          </a:p>
        </p:txBody>
      </p:sp>
    </p:spTree>
    <p:extLst>
      <p:ext uri="{BB962C8B-B14F-4D97-AF65-F5344CB8AC3E}">
        <p14:creationId xmlns:p14="http://schemas.microsoft.com/office/powerpoint/2010/main" val="1306763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1058</Words>
  <Application>Microsoft Office PowerPoint</Application>
  <PresentationFormat>Widescreen</PresentationFormat>
  <Paragraphs>172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SentinelVet - Vendor Risk Assessment Agent</dc:title>
  <dc:subject>PptxGenJS Presentation</dc:subject>
  <dc:creator>PptxGenJS</dc:creator>
  <cp:lastModifiedBy>Ganesh C</cp:lastModifiedBy>
  <cp:revision>7</cp:revision>
  <dcterms:created xsi:type="dcterms:W3CDTF">2026-05-16T15:58:15Z</dcterms:created>
  <dcterms:modified xsi:type="dcterms:W3CDTF">2026-05-18T15:38:42Z</dcterms:modified>
</cp:coreProperties>
</file>